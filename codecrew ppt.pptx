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52561-EC89-4E24-BB82-02F1720DA6D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761A5-226D-4273-B24D-00FE868B3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25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52561-EC89-4E24-BB82-02F1720DA6D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761A5-226D-4273-B24D-00FE868B3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075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52561-EC89-4E24-BB82-02F1720DA6D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761A5-226D-4273-B24D-00FE868B3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52561-EC89-4E24-BB82-02F1720DA6D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761A5-226D-4273-B24D-00FE868B3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35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52561-EC89-4E24-BB82-02F1720DA6D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761A5-226D-4273-B24D-00FE868B3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52561-EC89-4E24-BB82-02F1720DA6D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761A5-226D-4273-B24D-00FE868B3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425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52561-EC89-4E24-BB82-02F1720DA6D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761A5-226D-4273-B24D-00FE868B3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247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52561-EC89-4E24-BB82-02F1720DA6D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761A5-226D-4273-B24D-00FE868B3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41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52561-EC89-4E24-BB82-02F1720DA6D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761A5-226D-4273-B24D-00FE868B3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292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52561-EC89-4E24-BB82-02F1720DA6D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761A5-226D-4273-B24D-00FE868B3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71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52561-EC89-4E24-BB82-02F1720DA6D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761A5-226D-4273-B24D-00FE868B3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9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52561-EC89-4E24-BB82-02F1720DA6DE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761A5-226D-4273-B24D-00FE868B3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37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61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673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34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918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646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350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9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79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Vittal</dc:creator>
  <cp:lastModifiedBy>Vittal</cp:lastModifiedBy>
  <cp:revision>1</cp:revision>
  <dcterms:created xsi:type="dcterms:W3CDTF">2026-09-20T00:36:37Z</dcterms:created>
  <dcterms:modified xsi:type="dcterms:W3CDTF">2026-09-20T00:41:12Z</dcterms:modified>
</cp:coreProperties>
</file>